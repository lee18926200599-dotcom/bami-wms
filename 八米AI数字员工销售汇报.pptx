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35"/>
                </a:solidFill>
              </a:defRPr>
            </a:pPr>
            <a:r>
              <a:t>八米AI数字员工解决方案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让企业拥有24小时干活的AI数字员工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</a:defRPr>
            </a:pPr>
            <a:r>
              <a:t>BAMi 八米科技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企业痛点分析 - 您面临的挑战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八米AI价值主张 - 我们的解决方案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产品服务体系 - 全栈AI能力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核心能力展示 - 技术领先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成功案例 - 已验证的效果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团队介绍 - 专业可信赖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合作模式 - 灵活的定价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企业痛点 - 数字化转型困境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人力成本飙升：客服月薪6-8K，3班倒需3人，年成本超25万/岗位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服务效率瓶颈：人工响应慢，7×24小时服务难以实现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数据孤岛问题：系统间数据不通，决策缺乏数据支撑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技术门槛高：AI技术复杂，企业缺乏专业人才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投入产出不确定：担心AI投资回报，不敢轻易尝试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AI时代机遇 - AI Agent正在重塑企业运营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市场规模：2025年全球AI Agent市场预计达280亿美元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增长趋势：中国企业AI应用 adoption rate 年增45%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降本增效：使用AI Agent的企业平均降本30%，增效50%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核心能力：7×24小时工作、毫秒级响应、多任务并行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未来趋势：AI Agent将成为企业标配，竞争分水岭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八米价值主张 - 24小时干活的AI数字员工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深度定制：基于企业实际业务流程定制，与现有系统无缝集成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端到端服务：从咨询规划到部署上线，培训+陪跑+运维全包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技术领先：自研AI Agent框架，多模态交互，私有化部署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效果保障：30天交付MVP，3个月效果承诺，终身技术支持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不只是软件：我们为企业提供'即插即用'的AI数字员工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产品服务体系 - 全栈解决方案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服务分层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咨询层：AI转型咨询、业务诊断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开发层：AI Agent定制开发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工具层：LLM、知识库等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运维层：持续运维、优化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交付形态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AI客服坐席：7×24小时智能客服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AI销售助手：自动跟进、智能推荐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AI数据分析师：数据洞察、报表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AI流程机器人：RPA+AI自动化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核心能力矩阵 - 六大核心能力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自然语言理解：多轮对话、意图识别、情感分析、上下文记忆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知识管理：企业知识库构建、文档自动解析、知识持续更新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流程自动化：RPA+AI融合、跨系统操作、异常处理机制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数据分析：对话数据分析、业务洞察生成、可视化报表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多渠道接入：微信、企微、钉钉、网页、APP、电话、邮件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安全合规：数据私有化部署、权限分级管理、审计日志追溯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解决方案场景 - 覆盖全业务场景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智能客服场景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问题：客服成本高、响应慢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方案：AI客服+人工协同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效果：降本70%，响应&lt;1秒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销售赋能场景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问题：销售效率低、跟进慢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方案：AI销售助手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效果：产能提升40%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成功案例 - 已助力100+企业实现AI转型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某电商企业：日均咨询5000+，客服从20人缩减至5人，年省成本180万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某制造业企业：订单处理从人工审核改为AI机器人，效率提升10倍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某金融机构：合规审查从3天缩短至2小时，准确率99.9%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某零售企业：AI销售助手帮助人均产能提升40%，转化率提升25%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某物流企业：AI客服7×24小时服务，客户满意度提升30%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团队介绍 - 专业团队，值得信赖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创始人/CEO：15年企业数字化经验，前阿里云解决方案架构师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CTO：10年AI研发经验，前百度AI工程师，拥有多项AI专利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咨询总监：12年管理咨询经验，前麦肯锡顾问，服务50+世界500强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团队规模：50+人，AI工程师30人，咨询顾问10人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服务理念：不只是交付产品，更是长期的战略合作伙伴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合作模式 - 灵活的合作方式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项目制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适合：有明确需求的客户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收费：30万-300万+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交付：定制化AI数字员工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保障：效果承诺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订阅制（可选）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适合：轻量化启动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收费：按坐席/月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交付：标准+定制</a:t>
            </a:r>
          </a:p>
          <a:p>
            <a:pPr>
              <a:spcBef>
                <a:spcPts val="800"/>
              </a:spcBef>
              <a:defRPr sz="1600">
                <a:solidFill>
                  <a:srgbClr val="0A0A10"/>
                </a:solidFill>
              </a:defRPr>
            </a:pPr>
            <a:r>
              <a:t>● 灵活：随时调整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项目报价体系 - 透明合理的定价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咨询费：业务诊断、方案设计 - 3-10万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实施费：AI工程师 5-8K/人/天，按实际工时计费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工具费：LLM、知识库、工作流引擎 - 5-50万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维护费：年度运维支持 - 项目费的15-40%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典型项目：轻量级30-50万，标准级80-150万，企业级200万+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实施流程 - 标准化交付流程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Phase 1 咨询规划（1-2周）：业务调研、需求分析、方案设计、ROI测算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Phase 2 开发测试（4-8周）：AI Agent开发、知识库构建、系统集成、测试优化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Phase 3 上线运营（2-4周）：试点运行、用户培训、全面上线、监控优化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Phase 4 持续迭代（长期）：效果评估、功能迭代、知识更新、能力扩展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交付保障：30天交付MVP，3个月效果保障，终身技术支持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0A10"/>
                </a:solidFill>
              </a:defRPr>
            </a:pPr>
            <a:r>
              <a:t>客户证言 - 听听客户怎么说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"八米AI帮助我们将客服成本降低了70%，客户满意度却提升了。这是真正的数字化转型。" —— 某电商企业CEO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"从咨询到落地，八米团队展现了极高的专业度。AI数字员工已经成为我们团队的重要成员。" —— 某制造业企业CIO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"不仅提供技术，更提供业务洞察。八米是我们的战略合作伙伴。" —— 某金融机构COO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"投资回报远超预期，3个月就收回了全部成本。" —— 某零售企业COO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0A0A10"/>
                </a:solidFill>
              </a:defRPr>
            </a:pPr>
            <a:r>
              <a:t>● "技术能力强，服务态度好，是值得长期合作的伙伴。" —— 某物流企业CTO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6B35"/>
                </a:solidFill>
              </a:defRPr>
            </a:pPr>
            <a:r>
              <a:t>开启您的AI转型之旅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八米AI，24小时干活的AI数字员工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6B35"/>
                </a:solidFill>
              </a:defRPr>
            </a:pPr>
            <a:r>
              <a:t>扫码预约免费AI转型咨询</a:t>
            </a:r>
          </a:p>
          <a:p>
            <a:pPr algn="ctr"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www.8bami.com | contact@8bami.com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