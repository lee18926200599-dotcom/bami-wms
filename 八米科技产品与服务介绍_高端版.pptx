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840480"/>
            <a:ext cx="18288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八米科技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BCCDD"/>
                </a:solidFill>
                <a:latin typeface="Microsoft YaHei"/>
              </a:defRPr>
            </a:pPr>
            <a:r>
              <a:t>智能供应链与AI数字员工解决方案领航者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广州八米网络科技有限公司  |  www.bami.com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关于八米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公司概况与核心优势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688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WMS仓储管理系统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智能化仓储管理解决方案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2918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TMS运输管理系统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智能运输调度与配送管理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1148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AI数字员工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企业智能化转型新引擎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9377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AI+供应链场景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人工智能赋能供应链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760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服务体系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85215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5A5A6"/>
                </a:solidFill>
                <a:latin typeface="Microsoft YaHei"/>
              </a:defRPr>
            </a:pPr>
            <a:r>
              <a:t>全方位服务保障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74C3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Microsoft YaHei"/>
              </a:defRPr>
            </a:pPr>
            <a:r>
              <a:t>关于八米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公司概况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• 广州八米网络科技有限公司，前身为平原软件，成立于2011年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• 总部位于广州，在北京、上海、深圳设有分支机构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• 中国领先的供应链数字化和AI Agent解决方案提供商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• 国家级高新技术企业，拥有50+项软件著作权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• 通过ISO9001质量管理体系认证、ISO27001信息安全管理体系认证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核心数据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Arial"/>
              </a:defRPr>
            </a:pPr>
            <a:r>
              <a:t>15+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年行业深耕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5A5A6"/>
                </a:solidFill>
                <a:latin typeface="Microsoft YaHei"/>
              </a:defRPr>
            </a:pPr>
            <a:r>
              <a:t>持续专注供应链数字化领域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5276"/>
                </a:solidFill>
                <a:latin typeface="Arial"/>
              </a:defRPr>
            </a:pPr>
            <a:r>
              <a:t>1200+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全球客户案例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5A5A6"/>
                </a:solidFill>
                <a:latin typeface="Microsoft YaHei"/>
              </a:defRPr>
            </a:pPr>
            <a:r>
              <a:t>覆盖电商、制造、零售、物流等行业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64592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288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Arial"/>
              </a:defRPr>
            </a:pPr>
            <a:r>
              <a:t>100万+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468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日订单处理能力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5A5A6"/>
                </a:solidFill>
                <a:latin typeface="Microsoft YaHei"/>
              </a:defRPr>
            </a:pPr>
            <a:r>
              <a:t>高并发架构，稳定可靠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5276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技术研发团队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5A5A6"/>
                </a:solidFill>
                <a:latin typeface="Microsoft YaHei"/>
              </a:defRPr>
            </a:pPr>
            <a:r>
              <a:t>持续创新，技术驱动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20624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389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Arial"/>
              </a:defRPr>
            </a:pPr>
            <a:r>
              <a:t>99.99%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029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系统可用性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3949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5A5A6"/>
                </a:solidFill>
                <a:latin typeface="Microsoft YaHei"/>
              </a:defRPr>
            </a:pPr>
            <a:r>
              <a:t>SLA保障，7×24小时稳定运行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20624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38912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5276"/>
                </a:solidFill>
                <a:latin typeface="Arial"/>
              </a:defRPr>
            </a:pPr>
            <a:r>
              <a:t>50+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029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软件著作权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539495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5A5A6"/>
                </a:solidFill>
                <a:latin typeface="Microsoft YaHei"/>
              </a:defRPr>
            </a:pPr>
            <a:r>
              <a:t>自主知识产权，核心竞争力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核心技术优势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🏗️ 云原生微服务架构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基于Spring Cloud微服务架构，模块化设计，支持弹性扩展，单实例可支持千万级订单处理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🔗 开放集成能力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标准RESTful API，已对接淘宝、京东、拼多多、抖音、金蝶、SAP等100+平台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🤖 AI深度融合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基于大语言模型的智能数字员工，实现业务自动化与智能化决策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📊 大数据实时处理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实时库存同步、智能预测分析，毫秒级响应速度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74C3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Microsoft YaHei"/>
              </a:defRPr>
            </a:pPr>
            <a:r>
              <a:t>WMS仓储管理系统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系统定位与价值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💡 系统定位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面向中大型企业的智能化仓储作业管理平台，实现仓储全流程数字化、智能化管理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🎯 核心价值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提升作业效率：人均效能提升3-5倍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降低运营成本：仓储成本降低30-40%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提高准确率：发货准确率达99.99%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优化库存周转：周转天数缩短30%+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基础数据管理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多货主、多仓库管理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商品档案与条码管理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库位规划与优化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供应商与客户管理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灵活的权限体系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入库管理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预约到货管理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扫码快速收货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质检流程管控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智能上架推荐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异常处理机制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库存管理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实时库存可视化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批次与效期管理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库存预警与补货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循环盘点管理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库存调拨与转移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出库管理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智能波次管理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多种拣货策略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复核打包管控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物流单号自动获取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发货异常拦截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特色能力：全链路拦截体系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系统设置9个关键拦截节点，构建全流程质量保障体系：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1️⃣ 订单审核拦截    2️⃣ 库存分配拦截    3️⃣ 波次生成拦截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4️⃣ 拣货环节拦截    5️⃣ 复核环节拦截    6️⃣ 打包环节拦截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7️⃣ 发货环节拦截    8️⃣ 物流跟踪拦截    9️⃣ 签收环节拦截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✅ 实现效果：错发率降至0.1%以下，客户投诉减少80%+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🛒 电商仓储中心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支持日均10万+订单的高并发处理，波次策略优化，大促期间稳定运行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🏭 制造业仓储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原料仓、成品仓一体化管理，支持生产领料、成品入库的精细化管控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🚚 第三方物流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多货主计费管理，支持B2B、B2C混合业务模式，物流轨迹全程可视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🏥 医药冷链仓储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GSP合规管理，全程冷链温度监控，批次追溯满足监管要求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74C3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Microsoft YaHei"/>
              </a:defRPr>
            </a:pPr>
            <a:r>
              <a:t>TMS运输管理系统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TMS系统能力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🚛 智能调度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基于订单分布、车辆位置、路况信息，自动生成最优配送计划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🗺️ 路径优化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考虑客户时间窗、车辆装载率、实时路况，配送里程减少15-30%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📍 在途可视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GPS实时追踪，运输节点自动记录，异常情况即时预警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💰 智能计费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多维度计费规则（重量、体积、里程、区域），运费自动结算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📱 司机APP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配送任务实时推送，电子签收，回单即时上传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74C3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Microsoft YaHei"/>
              </a:defRPr>
            </a:pPr>
            <a:r>
              <a:t>AI数字员工解决方案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AI数字员工概述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💡 什么是AI数字员工？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基于大语言模型（LLM）和Agent技术打造的智能虚拟助手，能够理解业务场景、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自主规划任务、调用工具完成复杂业务流程，实现「人机协同」的新型工作模式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🎯 核心价值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7×24小时不间断工作，无需休息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大幅降低重复性人力成本（60-80%）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秒级响应，业务处理效率提升5-10倍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一次训练，快速复制，轻松应对业务增长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产品矩阵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智能客服数字员工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自然语言多轮对话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知识库智能检索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客户情绪识别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全渠道统一服务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工单自动创建与分派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智能运营数字员工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订单自动审核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数据自动处理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报表定时生成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异常实时监控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业务流程自动化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智能数据分析员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🤖 能力介绍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基于AI的数据分析助手，通过自然语言交互完成数据查询、分析、可视化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✨ 核心功能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自然语言转SQL：用日常语言提问，自动生成分析结果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智能洞察发现：自动识别数据异常与业务机会点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一键生成报告：自动生成图文并茂的分析报告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• 预测性分析：基于历史数据进行趋势预测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💼 应用场景：销售分析、库存分析、物流成本分析、客户行为分析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74C3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Microsoft YaHei"/>
              </a:defRPr>
            </a:pPr>
            <a:r>
              <a:t>AI + 供应链场景应用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AI赋能供应链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智能需求预测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基于历史销量预测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考虑季节性因素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促销活动影响分析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预测准确率提升30%+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智能库存优化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动态安全库存计算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多仓库存协同调配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滞销品智能预警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库存周转率提升25%+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AI赋能供应链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智能路径优化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实时路况分析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客户时间窗约束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车辆装载率优化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配送成本降低15-30%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276"/>
                </a:solidFill>
                <a:latin typeface="Microsoft YaHei"/>
              </a:defRPr>
            </a:pPr>
            <a:r>
              <a:t>智能异常处理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异常自动识别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处理建议推荐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自动工单创建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Microsoft YaHei"/>
              </a:defRPr>
            </a:pPr>
            <a:r>
              <a:t>• 处理时效提升5倍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74C3C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  <a:latin typeface="Microsoft YaHei"/>
              </a:defRPr>
            </a:pPr>
            <a:r>
              <a:t>全方位服务体系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实施服务体系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📋 需求调研（1-2周）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业务流程梳理、现状诊断、需求分析、方案设计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⚙️ 系统部署（2-4周）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环境搭建、数据迁移、系统配置、接口对接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👨‍🏫 培训服务（1周）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管理员培训、操作员培训、编制培训手册与视频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🚀 上线支持（2-4周）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并行运行支持、问题快速响应、持续优化调整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🔄 持续优化（长期）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定期回访、性能监控、功能迭代、最佳实践分享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售后支持体系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☎️ 7×24小时热线支持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专业技术团队随时响应，快速定位解决问题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🎫 在线工单系统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问题提交、进度跟踪、满意度评价全流程在线化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💻 远程技术支持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远程诊断、在线调试、即时解决问题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🔧 定期巡检服务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主动发现潜在问题，确保系统稳定运行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⬆️ 版本免费升级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持续迭代新功能，客户享受终身免费升级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Microsoft YaHei"/>
              </a:defRPr>
            </a:pPr>
            <a:r>
              <a:t>成功案例（部分）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🛒 某头部母婴电商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日处理订单50万+，发货时效提升40%，大促期间零故障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🏪 某连锁超市集团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库存周转天数从45天降至28天，缺货率降低60%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🏭 某汽车零部件企业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仓储成本降低35%，发货准确率99.99%，客户满意度98%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🚚 某第三方物流企业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人均效能提升3倍，新客户上线周期缩短50%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🏥 某医药流通企业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Microsoft YaHei"/>
              </a:defRPr>
            </a:pPr>
            <a:r>
              <a:t>   全程冷链追溯，GSP合规率100%，药监检查零缺陷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CCDD"/>
                </a:solidFill>
                <a:latin typeface="Microsoft YaHei"/>
              </a:defRPr>
            </a:pPr>
            <a:r>
              <a:t>期待与您携手共创数字化未来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0352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广州八米网络科技有限公司</a:t>
            </a:r>
          </a:p>
          <a:p>
            <a:pPr algn="ctr">
              <a:spcBef>
                <a:spcPts val="1200"/>
              </a:spcBef>
              <a:defRPr sz="1600">
                <a:solidFill>
                  <a:srgbClr val="95A5A6"/>
                </a:solidFill>
                <a:latin typeface="Microsoft YaHei"/>
              </a:defRPr>
            </a:pPr>
            <a:r>
              <a:t>www.bami.com  |  www.aibami.com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